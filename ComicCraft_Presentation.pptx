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ComicCraft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Comic Story Creator using Gemini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Comic creation requires writing, illustration and layout skills.</a:t>
            </a:r>
          </a:p>
          <a:p>
            <a:r>
              <a:t>Users need a simpler end-to-end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→ AI story → narration/dialogue → image generation → comic panels →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Gemini Flash / Gemini Pro</a:t>
            </a:r>
          </a:p>
          <a:p>
            <a:r>
              <a:t>Stable Diffusion / image model</a:t>
            </a:r>
          </a:p>
          <a:p>
            <a:r>
              <a:t>HTML, CSS, JavaScript</a:t>
            </a:r>
          </a:p>
          <a:p>
            <a:r>
              <a:t>Backend: Node.js/Express or FastAPI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story outlines</a:t>
            </a:r>
          </a:p>
          <a:p>
            <a:r>
              <a:t>Full narration and dialogue</a:t>
            </a:r>
          </a:p>
          <a:p>
            <a:r>
              <a:t>Comic-style visual scenes</a:t>
            </a:r>
          </a:p>
          <a:p>
            <a:r>
              <a:t>Interactive preview</a:t>
            </a:r>
          </a:p>
          <a:p>
            <a:r>
              <a:t>PDF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&amp; Story</a:t>
            </a:r>
          </a:p>
          <a:p>
            <a:r>
              <a:t>Character &amp; Scene</a:t>
            </a:r>
          </a:p>
          <a:p>
            <a:r>
              <a:t>Image Generation</a:t>
            </a:r>
          </a:p>
          <a:p>
            <a:r>
              <a:t>Comic Layout</a:t>
            </a:r>
          </a:p>
          <a:p>
            <a:r>
              <a:t>PDF Export</a:t>
            </a:r>
          </a:p>
          <a:p>
            <a:r>
              <a:t>Future User Library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accounts</a:t>
            </a:r>
          </a:p>
          <a:p>
            <a:r>
              <a:t>Saved comic library</a:t>
            </a:r>
          </a:p>
          <a:p>
            <a:r>
              <a:t>Multi-page story arcs</a:t>
            </a:r>
          </a:p>
          <a:p>
            <a:r>
              <a:t>Character consistency</a:t>
            </a:r>
          </a:p>
          <a:p>
            <a:r>
              <a:t>Templates and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ComicCraft combines generative storytelling and visual creation into a single accessible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